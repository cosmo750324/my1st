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</p:sldMasterIdLst>
  <p:notesMasterIdLst>
    <p:notesMasterId r:id="rId6"/>
  </p:notesMasterIdLst>
  <p:handoutMasterIdLst>
    <p:handoutMasterId r:id="rId7"/>
  </p:handoutMasterIdLst>
  <p:sldIdLst>
    <p:sldId id="901" r:id="rId3"/>
    <p:sldId id="929" r:id="rId4"/>
    <p:sldId id="42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5C37C1A-5412-43FB-B978-BBA323518682}">
          <p14:sldIdLst>
            <p14:sldId id="901"/>
            <p14:sldId id="929"/>
            <p14:sldId id="4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CC99"/>
    <a:srgbClr val="B21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5667" autoAdjust="0"/>
  </p:normalViewPr>
  <p:slideViewPr>
    <p:cSldViewPr snapToGrid="0">
      <p:cViewPr varScale="1">
        <p:scale>
          <a:sx n="61" d="100"/>
          <a:sy n="61" d="100"/>
        </p:scale>
        <p:origin x="1096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70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B5187E-14D8-4A2B-A2FD-DE49015DB9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BB2C1-A365-4B6A-A9A4-A3EC6376D6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080E0-F436-4C17-AD7C-2CB6F4416281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FF01D-6297-4527-8928-DDD640CF2E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E1B45-9D4D-4A37-B324-08FE68B2D9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3D6C4-AF4A-49C9-8FD6-453BEF9864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77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779A2-091E-4578-ADFB-A00337AA5658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671BD-9501-4082-9B16-E4357970F5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0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671BD-9501-4082-9B16-E4357970F5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52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5CCA81-A1DC-40AE-80A0-6ADCD4E19B59}"/>
              </a:ext>
            </a:extLst>
          </p:cNvPr>
          <p:cNvSpPr/>
          <p:nvPr userDrawn="1"/>
        </p:nvSpPr>
        <p:spPr>
          <a:xfrm>
            <a:off x="0" y="1"/>
            <a:ext cx="12192000" cy="3559838"/>
          </a:xfrm>
          <a:prstGeom prst="rect">
            <a:avLst/>
          </a:prstGeom>
          <a:gradFill flip="none" rotWithShape="1">
            <a:gsLst>
              <a:gs pos="37000">
                <a:schemeClr val="accent5">
                  <a:lumMod val="75000"/>
                </a:schemeClr>
              </a:gs>
              <a:gs pos="10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22AD3-71EA-4BA2-B079-CBB490824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661" y="2371059"/>
            <a:ext cx="10909133" cy="1057941"/>
          </a:xfrm>
        </p:spPr>
        <p:txBody>
          <a:bodyPr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661" y="3769134"/>
            <a:ext cx="10909133" cy="160868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92B35E-705C-4B96-92DA-294F88D81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258" y="1571913"/>
            <a:ext cx="3930049" cy="66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68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2D8BAD-13A3-46DA-B684-4C7323A51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  <p:sp>
        <p:nvSpPr>
          <p:cNvPr id="14" name="文字版面配置區 13"/>
          <p:cNvSpPr>
            <a:spLocks noGrp="1"/>
          </p:cNvSpPr>
          <p:nvPr>
            <p:ph type="body" sz="quarter" idx="14"/>
          </p:nvPr>
        </p:nvSpPr>
        <p:spPr>
          <a:xfrm>
            <a:off x="1" y="4080934"/>
            <a:ext cx="4918604" cy="1346200"/>
          </a:xfrm>
          <a:solidFill>
            <a:schemeClr val="bg1"/>
          </a:solidFill>
        </p:spPr>
        <p:txBody>
          <a:bodyPr lIns="468000" tIns="144000" rIns="468000" bIns="108000">
            <a:noAutofit/>
          </a:bodyPr>
          <a:lstStyle>
            <a:lvl1pPr marL="0" indent="0">
              <a:lnSpc>
                <a:spcPct val="150000"/>
              </a:lnSpc>
              <a:spcAft>
                <a:spcPts val="0"/>
              </a:spcAft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89753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5CCA81-A1DC-40AE-80A0-6ADCD4E19B59}"/>
              </a:ext>
            </a:extLst>
          </p:cNvPr>
          <p:cNvSpPr/>
          <p:nvPr userDrawn="1"/>
        </p:nvSpPr>
        <p:spPr>
          <a:xfrm>
            <a:off x="0" y="0"/>
            <a:ext cx="5847907" cy="6443330"/>
          </a:xfrm>
          <a:prstGeom prst="rect">
            <a:avLst/>
          </a:prstGeom>
          <a:gradFill flip="none" rotWithShape="1">
            <a:gsLst>
              <a:gs pos="37000">
                <a:schemeClr val="accent5">
                  <a:lumMod val="75000"/>
                </a:schemeClr>
              </a:gs>
              <a:gs pos="10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22AD3-71EA-4BA2-B079-CBB490824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4095" y="3157870"/>
            <a:ext cx="5192232" cy="1302488"/>
          </a:xfrm>
        </p:spPr>
        <p:txBody>
          <a:bodyPr anchor="b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(Section Title)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44095" y="4811232"/>
            <a:ext cx="5192232" cy="871871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(Subtitle Content)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0881384-08C6-4F68-B1FC-D2FD793D1A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472" y="434389"/>
            <a:ext cx="1853607" cy="31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79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 2"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2D8BAD-13A3-46DA-B684-4C7323A51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5847907" y="0"/>
            <a:ext cx="6344093" cy="642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0322AD3-71EA-4BA2-B079-CBB490824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4095" y="3157870"/>
            <a:ext cx="5192232" cy="1302488"/>
          </a:xfrm>
        </p:spPr>
        <p:txBody>
          <a:bodyPr anchor="b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(Section Title)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44095" y="4811232"/>
            <a:ext cx="5192232" cy="871871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(Subtitle Content)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C52338-FA7E-4B37-BA73-F7FC440D95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5" b="11258"/>
          <a:stretch/>
        </p:blipFill>
        <p:spPr>
          <a:xfrm rot="10800000">
            <a:off x="0" y="0"/>
            <a:ext cx="5847906" cy="642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93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07AB54-5C2C-41D0-893A-6190402DCF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01" r="23949" b="6511"/>
          <a:stretch/>
        </p:blipFill>
        <p:spPr>
          <a:xfrm>
            <a:off x="5334000" y="0"/>
            <a:ext cx="6858000" cy="64114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77F80F-DD1D-425E-BCD8-CB1DD171856D}"/>
              </a:ext>
            </a:extLst>
          </p:cNvPr>
          <p:cNvSpPr/>
          <p:nvPr userDrawn="1"/>
        </p:nvSpPr>
        <p:spPr>
          <a:xfrm>
            <a:off x="542260" y="723014"/>
            <a:ext cx="6655982" cy="5114260"/>
          </a:xfrm>
          <a:prstGeom prst="rect">
            <a:avLst/>
          </a:prstGeom>
          <a:solidFill>
            <a:schemeClr val="bg1">
              <a:tint val="95000"/>
              <a:satMod val="170000"/>
            </a:schemeClr>
          </a:solidFill>
          <a:ln>
            <a:noFill/>
          </a:ln>
          <a:effectLst>
            <a:outerShdw blurRad="317500" dist="508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2A99C0-8DDB-40DC-B8D7-2511B47847ED}"/>
              </a:ext>
            </a:extLst>
          </p:cNvPr>
          <p:cNvSpPr txBox="1">
            <a:spLocks/>
          </p:cNvSpPr>
          <p:nvPr userDrawn="1"/>
        </p:nvSpPr>
        <p:spPr>
          <a:xfrm>
            <a:off x="930857" y="723014"/>
            <a:ext cx="4803636" cy="131166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spc="600" dirty="0">
                <a:solidFill>
                  <a:schemeClr val="accent5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0858" y="1791585"/>
            <a:ext cx="5852714" cy="3726713"/>
          </a:xfrm>
        </p:spPr>
        <p:txBody>
          <a:bodyPr>
            <a:normAutofit/>
          </a:bodyPr>
          <a:lstStyle>
            <a:lvl1pPr marL="0" indent="0" algn="l">
              <a:buNone/>
              <a:defRPr sz="1600" spc="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(Subtitle Content)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66675C6-5B46-42C7-B7E6-5F64044C1A7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56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77F80F-DD1D-425E-BCD8-CB1DD171856D}"/>
              </a:ext>
            </a:extLst>
          </p:cNvPr>
          <p:cNvSpPr/>
          <p:nvPr userDrawn="1"/>
        </p:nvSpPr>
        <p:spPr>
          <a:xfrm>
            <a:off x="542259" y="723014"/>
            <a:ext cx="11099408" cy="5114260"/>
          </a:xfrm>
          <a:prstGeom prst="rect">
            <a:avLst/>
          </a:prstGeom>
          <a:solidFill>
            <a:schemeClr val="bg1">
              <a:tint val="95000"/>
              <a:satMod val="170000"/>
            </a:schemeClr>
          </a:solidFill>
          <a:ln>
            <a:noFill/>
          </a:ln>
          <a:effectLst>
            <a:outerShdw blurRad="317500" dist="508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2A99C0-8DDB-40DC-B8D7-2511B47847ED}"/>
              </a:ext>
            </a:extLst>
          </p:cNvPr>
          <p:cNvSpPr txBox="1">
            <a:spLocks/>
          </p:cNvSpPr>
          <p:nvPr userDrawn="1"/>
        </p:nvSpPr>
        <p:spPr>
          <a:xfrm>
            <a:off x="930857" y="723014"/>
            <a:ext cx="4803636" cy="131166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spc="600" dirty="0">
                <a:solidFill>
                  <a:schemeClr val="accent5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0857" y="1791585"/>
            <a:ext cx="10239645" cy="3726713"/>
          </a:xfrm>
        </p:spPr>
        <p:txBody>
          <a:bodyPr>
            <a:normAutofit/>
          </a:bodyPr>
          <a:lstStyle>
            <a:lvl1pPr marL="0" indent="0" algn="l">
              <a:buNone/>
              <a:defRPr sz="1600" spc="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(Subtitle Content)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66675C6-5B46-42C7-B7E6-5F64044C1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7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12A02-DA30-418B-BD47-43A27F0B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B08C19E-2EB2-45D1-AB4E-D8F7D1D4F6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2D757DA-F9A5-47A2-BCC4-2FCCB3AB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3" y="124441"/>
            <a:ext cx="11779134" cy="6324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010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F1A5-BFC7-4F41-9A74-CF8EBEB7E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3" y="124441"/>
            <a:ext cx="11779134" cy="6324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D4E6547-D8B9-4968-B967-6EEE7ACDE1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59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bg>
      <p:bgPr>
        <a:pattFill prst="pct5">
          <a:fgClr>
            <a:schemeClr val="bg1">
              <a:tint val="95000"/>
              <a:satMod val="17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01890ED-5C4B-4BAE-889F-3F02580736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58"/>
          <a:stretch/>
        </p:blipFill>
        <p:spPr>
          <a:xfrm rot="10800000">
            <a:off x="0" y="0"/>
            <a:ext cx="12192000" cy="64287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ED6CD60-F9F9-4B07-AEC2-C05648D001B8}"/>
              </a:ext>
            </a:extLst>
          </p:cNvPr>
          <p:cNvSpPr/>
          <p:nvPr userDrawn="1"/>
        </p:nvSpPr>
        <p:spPr>
          <a:xfrm>
            <a:off x="2871537" y="1726531"/>
            <a:ext cx="6448926" cy="34049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2D8BAD-13A3-46DA-B684-4C7323A516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501BF6C-C478-4117-9E4E-E2E69F980D18}"/>
              </a:ext>
            </a:extLst>
          </p:cNvPr>
          <p:cNvSpPr txBox="1"/>
          <p:nvPr userDrawn="1"/>
        </p:nvSpPr>
        <p:spPr>
          <a:xfrm>
            <a:off x="3148263" y="3130502"/>
            <a:ext cx="5895474" cy="651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spc="3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19546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2D8BAD-13A3-46DA-B684-4C7323A51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6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ACB81-FEF4-4056-BF04-9FBB08F20F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613" y="3349203"/>
            <a:ext cx="5923175" cy="1317775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A22E5-9874-4236-8F6B-98DD7F4D1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613" y="2782711"/>
            <a:ext cx="5099306" cy="434105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Topic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847B71D-0C39-416E-A8B9-1522356B65F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570" y="602798"/>
            <a:ext cx="1776535" cy="3501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7060074-A0B2-4057-9676-B8C56409F1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AC7C895-E38A-43D0-A089-E4FBF022C8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3613" y="4799367"/>
            <a:ext cx="5923175" cy="504396"/>
          </a:xfrm>
        </p:spPr>
        <p:txBody>
          <a:bodyPr anchor="ctr">
            <a:normAutofit/>
          </a:bodyPr>
          <a:lstStyle>
            <a:lvl1pPr marL="0" indent="0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CM #3035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9E4C91-B31E-4D45-A9B8-9B017711705C}"/>
              </a:ext>
            </a:extLst>
          </p:cNvPr>
          <p:cNvSpPr txBox="1"/>
          <p:nvPr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A67390D-B55F-4824-9D81-EF82E89812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570" y="602798"/>
            <a:ext cx="1776535" cy="3501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013AAB2-E4E1-4C8E-8FC8-C116C15FE4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8A6B52-04F9-4C27-9A3B-A4E35D1D2078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cxnSp>
        <p:nvCxnSpPr>
          <p:cNvPr id="20" name="Straight Connector 12">
            <a:extLst>
              <a:ext uri="{FF2B5EF4-FFF2-40B4-BE49-F238E27FC236}">
                <a16:creationId xmlns:a16="http://schemas.microsoft.com/office/drawing/2014/main" id="{1944186C-BF1C-4FD7-ABA3-058A8AE1C524}"/>
              </a:ext>
            </a:extLst>
          </p:cNvPr>
          <p:cNvCxnSpPr/>
          <p:nvPr userDrawn="1"/>
        </p:nvCxnSpPr>
        <p:spPr>
          <a:xfrm>
            <a:off x="543613" y="4666978"/>
            <a:ext cx="23397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88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rizontal Picture P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logo&#10;&#10;Description automatically generated">
            <a:extLst>
              <a:ext uri="{FF2B5EF4-FFF2-40B4-BE49-F238E27FC236}">
                <a16:creationId xmlns:a16="http://schemas.microsoft.com/office/drawing/2014/main" id="{417C4CF7-E316-4897-BF81-4A8544CDD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3074"/>
          <a:stretch/>
        </p:blipFill>
        <p:spPr>
          <a:xfrm>
            <a:off x="1184" y="6383044"/>
            <a:ext cx="12189631" cy="474955"/>
          </a:xfrm>
          <a:prstGeom prst="rect">
            <a:avLst/>
          </a:prstGeom>
        </p:spPr>
      </p:pic>
      <p:pic>
        <p:nvPicPr>
          <p:cNvPr id="22" name="Picture 21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FB41F19F-45AA-4E47-B5E2-53A658A175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5144"/>
          <a:stretch/>
        </p:blipFill>
        <p:spPr>
          <a:xfrm>
            <a:off x="1184" y="0"/>
            <a:ext cx="12189631" cy="1704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5D84-86D7-44EA-938C-67CCCE87D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022" y="365126"/>
            <a:ext cx="10818778" cy="802194"/>
          </a:xfrm>
        </p:spPr>
        <p:txBody>
          <a:bodyPr anchor="ctr"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TW" dirty="0"/>
              <a:t>Style#2 </a:t>
            </a:r>
            <a:r>
              <a:rPr lang="en-US" dirty="0"/>
              <a:t>Horizontal Picture Page 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8D2B-3BB1-4CED-85A3-28E72EC3CFF3}"/>
              </a:ext>
            </a:extLst>
          </p:cNvPr>
          <p:cNvSpPr txBox="1"/>
          <p:nvPr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F6DDB3C-79A7-4F27-9FC7-2F77A6395B72}"/>
              </a:ext>
            </a:extLst>
          </p:cNvPr>
          <p:cNvSpPr/>
          <p:nvPr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D977C28-D472-4F97-B9E1-8B56D4A04C1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F05ED1E-4620-4680-90C8-740EB1FE6D9A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FE204D28-3FB2-4FF3-8E0D-3D9781A898CC}"/>
              </a:ext>
            </a:extLst>
          </p:cNvPr>
          <p:cNvSpPr/>
          <p:nvPr userDrawn="1"/>
        </p:nvSpPr>
        <p:spPr>
          <a:xfrm>
            <a:off x="9863090" y="6445188"/>
            <a:ext cx="1580227" cy="41281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A18771C-65AF-471B-9704-6B200D05C9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EADFF786-AE98-41AE-9605-9580EB0C6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49328" y="645074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250" b="0" i="1" spc="300" smtClean="0">
                <a:solidFill>
                  <a:schemeClr val="bg1"/>
                </a:solidFill>
                <a:ea typeface="Roboto" panose="02000000000000000000" pitchFamily="2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Configurable Foot Note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10105C5C-DE0C-4B97-8718-05B739E40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0962" y="6450746"/>
            <a:ext cx="741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250" b="0" i="1" spc="300" smtClean="0">
                <a:solidFill>
                  <a:schemeClr val="bg1"/>
                </a:solidFill>
                <a:ea typeface="Roboto" panose="02000000000000000000" pitchFamily="2" charset="0"/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1FCE37C9-D734-41EC-BC41-852B0670BC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5022" y="1493195"/>
            <a:ext cx="5678534" cy="4503951"/>
          </a:xfrm>
        </p:spPr>
        <p:txBody>
          <a:bodyPr>
            <a:normAutofit/>
          </a:bodyPr>
          <a:lstStyle>
            <a:lvl1pPr>
              <a:lnSpc>
                <a:spcPts val="2800"/>
              </a:lnSpc>
              <a:buClr>
                <a:schemeClr val="accent1"/>
              </a:buClr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ts val="2800"/>
              </a:lnSpc>
              <a:buFont typeface="Verdana" panose="020B0604030504040204" pitchFamily="34" charset="0"/>
              <a:buChar char="–"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 err="1"/>
              <a:t>Phison</a:t>
            </a:r>
            <a:r>
              <a:rPr lang="en-US" dirty="0"/>
              <a:t>  provides  the  engineering  team  and  time  to  market,  industry  leading storage products</a:t>
            </a:r>
          </a:p>
          <a:p>
            <a:pPr lvl="1"/>
            <a:r>
              <a:rPr lang="en-US" dirty="0"/>
              <a:t>Serving NAND  wafer fab  manufacturers,  top  5  PC  OEMs,  many leading  brands</a:t>
            </a:r>
          </a:p>
          <a:p>
            <a:pPr lvl="0"/>
            <a:r>
              <a:rPr lang="en-US" dirty="0" err="1"/>
              <a:t>Phison</a:t>
            </a:r>
            <a:r>
              <a:rPr lang="en-US" dirty="0"/>
              <a:t>  is  increasing our  R&amp;D  spend  to exceed  our  customer’s  expectations:</a:t>
            </a:r>
          </a:p>
        </p:txBody>
      </p:sp>
      <p:pic>
        <p:nvPicPr>
          <p:cNvPr id="26" name="Graphic 9">
            <a:extLst>
              <a:ext uri="{FF2B5EF4-FFF2-40B4-BE49-F238E27FC236}">
                <a16:creationId xmlns:a16="http://schemas.microsoft.com/office/drawing/2014/main" id="{C4AA097A-9766-46DB-922C-12910B7230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5779" y="3011457"/>
            <a:ext cx="3020072" cy="3046277"/>
          </a:xfrm>
          <a:prstGeom prst="rect">
            <a:avLst/>
          </a:prstGeom>
        </p:spPr>
      </p:pic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4C063465-4C8E-4473-BDA8-8C60A340638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90673" y="1747589"/>
            <a:ext cx="5117585" cy="3995161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23F87"/>
                </a:solidFill>
                <a:latin typeface="+mn-lt"/>
              </a:defRPr>
            </a:lvl1pPr>
          </a:lstStyle>
          <a:p>
            <a:r>
              <a:rPr lang="es-ES" dirty="0"/>
              <a:t>PICTURE</a:t>
            </a:r>
            <a:endParaRPr lang="en-US" dirty="0"/>
          </a:p>
        </p:txBody>
      </p:sp>
      <p:cxnSp>
        <p:nvCxnSpPr>
          <p:cNvPr id="28" name="Straight Connector 5">
            <a:extLst>
              <a:ext uri="{FF2B5EF4-FFF2-40B4-BE49-F238E27FC236}">
                <a16:creationId xmlns:a16="http://schemas.microsoft.com/office/drawing/2014/main" id="{E7ED0A7D-E2E1-4224-9E31-E6F1EEFB6758}"/>
              </a:ext>
            </a:extLst>
          </p:cNvPr>
          <p:cNvCxnSpPr>
            <a:cxnSpLocks/>
          </p:cNvCxnSpPr>
          <p:nvPr userDrawn="1"/>
        </p:nvCxnSpPr>
        <p:spPr>
          <a:xfrm>
            <a:off x="649941" y="1167320"/>
            <a:ext cx="2389094" cy="0"/>
          </a:xfrm>
          <a:prstGeom prst="line">
            <a:avLst/>
          </a:prstGeom>
          <a:ln w="28575">
            <a:solidFill>
              <a:srgbClr val="F692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3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 descr="A picture containing logo&#10;&#10;Description automatically generated">
            <a:extLst>
              <a:ext uri="{FF2B5EF4-FFF2-40B4-BE49-F238E27FC236}">
                <a16:creationId xmlns:a16="http://schemas.microsoft.com/office/drawing/2014/main" id="{35228E6F-5E86-407A-8DEF-30DB5353E2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3074"/>
          <a:stretch/>
        </p:blipFill>
        <p:spPr>
          <a:xfrm>
            <a:off x="1184" y="6383044"/>
            <a:ext cx="12189631" cy="4749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0D8E53-B67F-4BD0-AEBC-66C0494E1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1162" y="3010829"/>
            <a:ext cx="5163015" cy="780586"/>
          </a:xfrm>
        </p:spPr>
        <p:txBody>
          <a:bodyPr anchor="b">
            <a:normAutofit/>
          </a:bodyPr>
          <a:lstStyle>
            <a:lvl1pPr algn="r">
              <a:defRPr sz="4000" b="1">
                <a:solidFill>
                  <a:srgbClr val="0D2149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50BC3B1-510C-4B7C-A6B6-213AD8F4AC9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CEFEBB-5E2B-4EFD-AAC5-35BCAF10F2D4}"/>
              </a:ext>
            </a:extLst>
          </p:cNvPr>
          <p:cNvSpPr txBox="1"/>
          <p:nvPr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D9DDA7D-895C-4964-8A55-FEE83BD218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12313" y="4148252"/>
            <a:ext cx="5174166" cy="1449659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PHISON Knows What You Need!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73AD059-40CA-4979-8F82-E743D124FB7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7642" y="658554"/>
            <a:ext cx="1776535" cy="3501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6D379F0-B282-4A29-8F60-9DCB6C0D23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5772" y="6508236"/>
            <a:ext cx="1269259" cy="2501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3BD9E3-A49A-4DD3-88FE-487F6DB63EF6}"/>
              </a:ext>
            </a:extLst>
          </p:cNvPr>
          <p:cNvSpPr txBox="1"/>
          <p:nvPr userDrawn="1"/>
        </p:nvSpPr>
        <p:spPr>
          <a:xfrm>
            <a:off x="75414" y="6496772"/>
            <a:ext cx="2286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600" dirty="0">
                <a:solidFill>
                  <a:schemeClr val="bg1"/>
                </a:solidFill>
              </a:rPr>
              <a:t>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1579986-C27A-4C3E-B007-D1F70646C78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7642" y="658554"/>
            <a:ext cx="1776535" cy="350120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EADFF786-AE98-41AE-9605-9580EB0C6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49328" y="645074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250" b="0" i="1" spc="300" smtClean="0">
                <a:solidFill>
                  <a:schemeClr val="bg1"/>
                </a:solidFill>
                <a:ea typeface="Roboto" panose="02000000000000000000" pitchFamily="2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Configurable Foot Note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0105C5C-DE0C-4B97-8718-05B739E40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0962" y="6450746"/>
            <a:ext cx="741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1250" b="0" i="1" spc="300" smtClean="0">
                <a:solidFill>
                  <a:schemeClr val="bg1"/>
                </a:solidFill>
                <a:ea typeface="Roboto" panose="02000000000000000000" pitchFamily="2" charset="0"/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C7B9D516-FF62-4701-8EF9-B2CA1AF1C8AA}" type="slidenum">
              <a:rPr lang="en-US" altLang="zh-TW" smtClean="0"/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023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5CCA81-A1DC-40AE-80A0-6ADCD4E19B59}"/>
              </a:ext>
            </a:extLst>
          </p:cNvPr>
          <p:cNvSpPr/>
          <p:nvPr userDrawn="1"/>
        </p:nvSpPr>
        <p:spPr>
          <a:xfrm>
            <a:off x="0" y="1"/>
            <a:ext cx="12192000" cy="3559838"/>
          </a:xfrm>
          <a:prstGeom prst="rect">
            <a:avLst/>
          </a:prstGeom>
          <a:gradFill flip="none" rotWithShape="1">
            <a:gsLst>
              <a:gs pos="37000">
                <a:schemeClr val="accent5">
                  <a:lumMod val="75000"/>
                </a:schemeClr>
              </a:gs>
              <a:gs pos="10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22AD3-71EA-4BA2-B079-CBB490824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661" y="2371059"/>
            <a:ext cx="10909133" cy="1057941"/>
          </a:xfrm>
        </p:spPr>
        <p:txBody>
          <a:bodyPr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661" y="3769134"/>
            <a:ext cx="10909133" cy="160868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92B35E-705C-4B96-92DA-294F88D81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258" y="1571913"/>
            <a:ext cx="3930049" cy="66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05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2D8BAD-13A3-46DA-B684-4C7323A51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  <p:sp>
        <p:nvSpPr>
          <p:cNvPr id="14" name="文字版面配置區 13"/>
          <p:cNvSpPr>
            <a:spLocks noGrp="1"/>
          </p:cNvSpPr>
          <p:nvPr>
            <p:ph type="body" sz="quarter" idx="14"/>
          </p:nvPr>
        </p:nvSpPr>
        <p:spPr>
          <a:xfrm>
            <a:off x="1" y="4080934"/>
            <a:ext cx="4918604" cy="1346200"/>
          </a:xfrm>
          <a:solidFill>
            <a:schemeClr val="bg1"/>
          </a:solidFill>
        </p:spPr>
        <p:txBody>
          <a:bodyPr lIns="468000" tIns="144000" rIns="468000" bIns="108000">
            <a:noAutofit/>
          </a:bodyPr>
          <a:lstStyle>
            <a:lvl1pPr marL="0" indent="0">
              <a:lnSpc>
                <a:spcPct val="150000"/>
              </a:lnSpc>
              <a:spcAft>
                <a:spcPts val="0"/>
              </a:spcAft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8890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5CCA81-A1DC-40AE-80A0-6ADCD4E19B59}"/>
              </a:ext>
            </a:extLst>
          </p:cNvPr>
          <p:cNvSpPr/>
          <p:nvPr userDrawn="1"/>
        </p:nvSpPr>
        <p:spPr>
          <a:xfrm>
            <a:off x="0" y="0"/>
            <a:ext cx="5847907" cy="6443330"/>
          </a:xfrm>
          <a:prstGeom prst="rect">
            <a:avLst/>
          </a:prstGeom>
          <a:gradFill flip="none" rotWithShape="1">
            <a:gsLst>
              <a:gs pos="37000">
                <a:schemeClr val="accent5">
                  <a:lumMod val="75000"/>
                </a:schemeClr>
              </a:gs>
              <a:gs pos="10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22AD3-71EA-4BA2-B079-CBB490824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4095" y="3157870"/>
            <a:ext cx="5192232" cy="1302488"/>
          </a:xfrm>
        </p:spPr>
        <p:txBody>
          <a:bodyPr anchor="b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(Section Title)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44095" y="4811232"/>
            <a:ext cx="5192232" cy="871871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(Subtitle Content)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0881384-08C6-4F68-B1FC-D2FD793D1A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472" y="434389"/>
            <a:ext cx="1853607" cy="31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5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2D8BAD-13A3-46DA-B684-4C7323A51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5847907" y="0"/>
            <a:ext cx="6344093" cy="642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0322AD3-71EA-4BA2-B079-CBB490824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4095" y="3157870"/>
            <a:ext cx="5192232" cy="1302488"/>
          </a:xfrm>
        </p:spPr>
        <p:txBody>
          <a:bodyPr anchor="b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(Section Title)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44095" y="4811232"/>
            <a:ext cx="5192232" cy="871871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(Subtitle Content)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871E2A-2AFF-47D4-8503-B56760A187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5" b="11258"/>
          <a:stretch/>
        </p:blipFill>
        <p:spPr>
          <a:xfrm rot="10800000">
            <a:off x="0" y="0"/>
            <a:ext cx="5847906" cy="642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60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07AB54-5C2C-41D0-893A-6190402DCF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01" r="23949" b="6511"/>
          <a:stretch/>
        </p:blipFill>
        <p:spPr>
          <a:xfrm>
            <a:off x="5334000" y="0"/>
            <a:ext cx="6858000" cy="64114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77F80F-DD1D-425E-BCD8-CB1DD171856D}"/>
              </a:ext>
            </a:extLst>
          </p:cNvPr>
          <p:cNvSpPr/>
          <p:nvPr userDrawn="1"/>
        </p:nvSpPr>
        <p:spPr>
          <a:xfrm>
            <a:off x="542260" y="723014"/>
            <a:ext cx="6655982" cy="5114260"/>
          </a:xfrm>
          <a:prstGeom prst="rect">
            <a:avLst/>
          </a:prstGeom>
          <a:solidFill>
            <a:schemeClr val="bg1">
              <a:tint val="95000"/>
              <a:satMod val="170000"/>
            </a:schemeClr>
          </a:solidFill>
          <a:ln>
            <a:noFill/>
          </a:ln>
          <a:effectLst>
            <a:outerShdw blurRad="317500" dist="508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2A99C0-8DDB-40DC-B8D7-2511B47847ED}"/>
              </a:ext>
            </a:extLst>
          </p:cNvPr>
          <p:cNvSpPr txBox="1">
            <a:spLocks/>
          </p:cNvSpPr>
          <p:nvPr userDrawn="1"/>
        </p:nvSpPr>
        <p:spPr>
          <a:xfrm>
            <a:off x="930857" y="723014"/>
            <a:ext cx="4803636" cy="131166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spc="600" dirty="0">
                <a:solidFill>
                  <a:schemeClr val="accent5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0858" y="1791585"/>
            <a:ext cx="5852714" cy="3726713"/>
          </a:xfrm>
        </p:spPr>
        <p:txBody>
          <a:bodyPr>
            <a:normAutofit/>
          </a:bodyPr>
          <a:lstStyle>
            <a:lvl1pPr marL="0" indent="0" algn="l">
              <a:buNone/>
              <a:defRPr sz="1600" spc="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(Subtitle Content)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66675C6-5B46-42C7-B7E6-5F64044C1A7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0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77F80F-DD1D-425E-BCD8-CB1DD171856D}"/>
              </a:ext>
            </a:extLst>
          </p:cNvPr>
          <p:cNvSpPr/>
          <p:nvPr userDrawn="1"/>
        </p:nvSpPr>
        <p:spPr>
          <a:xfrm>
            <a:off x="542259" y="723014"/>
            <a:ext cx="11099408" cy="5114260"/>
          </a:xfrm>
          <a:prstGeom prst="rect">
            <a:avLst/>
          </a:prstGeom>
          <a:solidFill>
            <a:schemeClr val="bg1">
              <a:tint val="95000"/>
              <a:satMod val="170000"/>
            </a:schemeClr>
          </a:solidFill>
          <a:ln>
            <a:noFill/>
          </a:ln>
          <a:effectLst>
            <a:outerShdw blurRad="317500" dist="508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2A99C0-8DDB-40DC-B8D7-2511B47847ED}"/>
              </a:ext>
            </a:extLst>
          </p:cNvPr>
          <p:cNvSpPr txBox="1">
            <a:spLocks/>
          </p:cNvSpPr>
          <p:nvPr userDrawn="1"/>
        </p:nvSpPr>
        <p:spPr>
          <a:xfrm>
            <a:off x="930857" y="723014"/>
            <a:ext cx="4803636" cy="131166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spc="600" dirty="0">
                <a:solidFill>
                  <a:schemeClr val="accent5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CB402-E805-482D-A245-9925D6EBAA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0857" y="1791585"/>
            <a:ext cx="10239645" cy="3726713"/>
          </a:xfrm>
        </p:spPr>
        <p:txBody>
          <a:bodyPr>
            <a:normAutofit/>
          </a:bodyPr>
          <a:lstStyle>
            <a:lvl1pPr marL="0" indent="0" algn="l">
              <a:buNone/>
              <a:defRPr sz="1600" spc="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(Subtitle Content)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66675C6-5B46-42C7-B7E6-5F64044C1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12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12A02-DA30-418B-BD47-43A27F0B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B08C19E-2EB2-45D1-AB4E-D8F7D1D4F6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2D757DA-F9A5-47A2-BCC4-2FCCB3AB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3" y="124441"/>
            <a:ext cx="11779134" cy="6324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554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F1A5-BFC7-4F41-9A74-CF8EBEB7E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3" y="124441"/>
            <a:ext cx="11779134" cy="6324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D4E6547-D8B9-4968-B967-6EEE7ACDE1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82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12A02-DA30-418B-BD47-43A27F0B4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33" y="1168401"/>
            <a:ext cx="11780520" cy="497470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B08C19E-2EB2-45D1-AB4E-D8F7D1D4F6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2D757DA-F9A5-47A2-BCC4-2FCCB3AB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3" y="124441"/>
            <a:ext cx="11779134" cy="6324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文字版面配置區 10"/>
          <p:cNvSpPr>
            <a:spLocks noGrp="1"/>
          </p:cNvSpPr>
          <p:nvPr>
            <p:ph type="body" sz="quarter" idx="13" hasCustomPrompt="1"/>
          </p:nvPr>
        </p:nvSpPr>
        <p:spPr>
          <a:xfrm>
            <a:off x="203199" y="754063"/>
            <a:ext cx="11782425" cy="396875"/>
          </a:xfrm>
        </p:spPr>
        <p:txBody>
          <a:bodyPr>
            <a:normAutofit/>
          </a:bodyPr>
          <a:lstStyle>
            <a:lvl1pPr marL="0" indent="0">
              <a:lnSpc>
                <a:spcPct val="50000"/>
              </a:lnSpc>
              <a:spcBef>
                <a:spcPts val="0"/>
              </a:spcBef>
              <a:buNone/>
              <a:defRPr sz="1800" baseline="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7880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bg>
      <p:bgPr>
        <a:pattFill prst="pct5">
          <a:fgClr>
            <a:schemeClr val="bg1">
              <a:tint val="95000"/>
              <a:satMod val="17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ADA2C1A-9350-4E39-9404-E5F9E1879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58"/>
          <a:stretch/>
        </p:blipFill>
        <p:spPr>
          <a:xfrm rot="10800000">
            <a:off x="0" y="0"/>
            <a:ext cx="12192000" cy="642879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2D8BAD-13A3-46DA-B684-4C7323A516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84BCE25-61F6-4C74-8FCE-15BB04CF52DF}"/>
              </a:ext>
            </a:extLst>
          </p:cNvPr>
          <p:cNvSpPr/>
          <p:nvPr userDrawn="1"/>
        </p:nvSpPr>
        <p:spPr>
          <a:xfrm>
            <a:off x="2871537" y="1726531"/>
            <a:ext cx="6448926" cy="34049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20D57-2D96-4821-AF47-FB08C039DFDB}"/>
              </a:ext>
            </a:extLst>
          </p:cNvPr>
          <p:cNvSpPr txBox="1"/>
          <p:nvPr userDrawn="1"/>
        </p:nvSpPr>
        <p:spPr>
          <a:xfrm>
            <a:off x="3148263" y="3217587"/>
            <a:ext cx="5895474" cy="651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spc="3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009909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D03-4C09-4C48-A85E-4E16B588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43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EAA740-96E1-4C02-9252-6F461367600F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C2E4-9754-48F5-A5F8-C902E62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ABB8F-48DE-448B-9049-6F875A6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356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3B9AF4-7615-4E3C-BB44-0A0CC50B6D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2D8BAD-13A3-46DA-B684-4C7323A51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440" y="6526089"/>
            <a:ext cx="1630127" cy="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71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1B74BA-5551-416B-9120-0FE78856E113}"/>
              </a:ext>
            </a:extLst>
          </p:cNvPr>
          <p:cNvSpPr/>
          <p:nvPr userDrawn="1"/>
        </p:nvSpPr>
        <p:spPr>
          <a:xfrm>
            <a:off x="0" y="6423378"/>
            <a:ext cx="12192000" cy="468639"/>
          </a:xfrm>
          <a:prstGeom prst="rect">
            <a:avLst/>
          </a:prstGeom>
          <a:gradFill flip="none" rotWithShape="1">
            <a:gsLst>
              <a:gs pos="478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F7EE43-91C3-475E-8198-CA0BF9EBA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3" y="198872"/>
            <a:ext cx="11779134" cy="6324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BA046-B0EA-4C8A-A420-964AC9480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433" y="944475"/>
            <a:ext cx="11780520" cy="5198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E8F3B-04E6-4C66-93C9-207587AFEDB1}"/>
              </a:ext>
            </a:extLst>
          </p:cNvPr>
          <p:cNvSpPr txBox="1"/>
          <p:nvPr userDrawn="1"/>
        </p:nvSpPr>
        <p:spPr>
          <a:xfrm>
            <a:off x="206433" y="6526089"/>
            <a:ext cx="5018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spc="600" dirty="0">
                <a:solidFill>
                  <a:schemeClr val="bg1">
                    <a:lumMod val="6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37847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5" r:id="rId2"/>
    <p:sldLayoutId id="2147483692" r:id="rId3"/>
    <p:sldLayoutId id="2147483706" r:id="rId4"/>
    <p:sldLayoutId id="2147483693" r:id="rId5"/>
    <p:sldLayoutId id="2147483701" r:id="rId6"/>
    <p:sldLayoutId id="2147483686" r:id="rId7"/>
    <p:sldLayoutId id="2147483689" r:id="rId8"/>
    <p:sldLayoutId id="2147483707" r:id="rId9"/>
    <p:sldLayoutId id="2147483691" r:id="rId10"/>
    <p:sldLayoutId id="2147483722" r:id="rId11"/>
    <p:sldLayoutId id="2147483723" r:id="rId12"/>
    <p:sldLayoutId id="214748372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1B74BA-5551-416B-9120-0FE78856E113}"/>
              </a:ext>
            </a:extLst>
          </p:cNvPr>
          <p:cNvSpPr/>
          <p:nvPr userDrawn="1"/>
        </p:nvSpPr>
        <p:spPr>
          <a:xfrm>
            <a:off x="0" y="6423378"/>
            <a:ext cx="12192000" cy="468639"/>
          </a:xfrm>
          <a:prstGeom prst="rect">
            <a:avLst/>
          </a:prstGeom>
          <a:gradFill flip="none" rotWithShape="1">
            <a:gsLst>
              <a:gs pos="47800">
                <a:schemeClr val="bg1">
                  <a:lumMod val="95000"/>
                </a:schemeClr>
              </a:gs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F7EE43-91C3-475E-8198-CA0BF9EBA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3" y="198872"/>
            <a:ext cx="11779134" cy="6324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BA046-B0EA-4C8A-A420-964AC9480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433" y="944475"/>
            <a:ext cx="11780520" cy="5198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E8F3B-04E6-4C66-93C9-207587AFEDB1}"/>
              </a:ext>
            </a:extLst>
          </p:cNvPr>
          <p:cNvSpPr txBox="1"/>
          <p:nvPr userDrawn="1"/>
        </p:nvSpPr>
        <p:spPr>
          <a:xfrm>
            <a:off x="206433" y="6526089"/>
            <a:ext cx="5018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spc="600" dirty="0">
                <a:solidFill>
                  <a:schemeClr val="bg1">
                    <a:lumMod val="65000"/>
                  </a:schemeClr>
                </a:solidFill>
              </a:rPr>
              <a:t>CONFIDENTIAL</a:t>
            </a:r>
          </a:p>
        </p:txBody>
      </p:sp>
      <p:sp>
        <p:nvSpPr>
          <p:cNvPr id="4" name="文字方塊 3"/>
          <p:cNvSpPr txBox="1"/>
          <p:nvPr userDrawn="1"/>
        </p:nvSpPr>
        <p:spPr>
          <a:xfrm>
            <a:off x="2582332" y="6519197"/>
            <a:ext cx="1929503" cy="276999"/>
          </a:xfrm>
          <a:prstGeom prst="rect">
            <a:avLst/>
          </a:prstGeom>
          <a:gradFill>
            <a:gsLst>
              <a:gs pos="37000">
                <a:schemeClr val="accent5">
                  <a:lumMod val="75000"/>
                </a:schemeClr>
              </a:gs>
              <a:gs pos="100000">
                <a:srgbClr val="FFC000"/>
              </a:gs>
            </a:gsLst>
            <a:lin ang="2700000" scaled="1"/>
          </a:gra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1200" spc="300" dirty="0">
                <a:solidFill>
                  <a:schemeClr val="bg1"/>
                </a:solidFill>
                <a:latin typeface="+mn-lt"/>
              </a:rPr>
              <a:t>INTERNAL ONLY</a:t>
            </a:r>
            <a:endParaRPr lang="zh-TW" altLang="en-US" sz="1200" spc="3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134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210CA6-D8F9-4054-BD30-E8B54BBF0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613" y="3349203"/>
            <a:ext cx="7125814" cy="13177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endParaRPr lang="en-US" sz="220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886046E-6CE0-4312-A14C-6E574C28D4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EF0D9ED-842F-48C6-B2D5-0B0EC5F82EE1}"/>
              </a:ext>
            </a:extLst>
          </p:cNvPr>
          <p:cNvSpPr txBox="1">
            <a:spLocks/>
          </p:cNvSpPr>
          <p:nvPr/>
        </p:nvSpPr>
        <p:spPr>
          <a:xfrm>
            <a:off x="543613" y="4799367"/>
            <a:ext cx="5923175" cy="5043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4031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7B9D516-FF62-4701-8EF9-B2CA1AF1C8AA}" type="slidenum">
              <a:rPr lang="en-US" altLang="zh-TW" smtClean="0"/>
              <a:pPr/>
              <a:t>2</a:t>
            </a:fld>
            <a:endParaRPr lang="en-US" altLang="zh-TW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3F5FB4B-16B9-46E9-9830-15D1ED83A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34" y="30276"/>
            <a:ext cx="11823276" cy="80219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Title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470DB82-01F6-4887-A064-45FB27DC1DD4}"/>
              </a:ext>
            </a:extLst>
          </p:cNvPr>
          <p:cNvSpPr txBox="1"/>
          <p:nvPr/>
        </p:nvSpPr>
        <p:spPr>
          <a:xfrm>
            <a:off x="11000914" y="126966"/>
            <a:ext cx="1109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Arial" pitchFamily="34" charset="0"/>
                <a:cs typeface="Arial" pitchFamily="34" charset="0"/>
              </a:rPr>
              <a:t>03/06 update</a:t>
            </a:r>
            <a:endParaRPr lang="zh-TW" altLang="en-US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0C4FA5-D8D4-4898-8457-77EF3158B8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92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C95E-6605-4026-B47D-6018EC6B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THANK YOU!</a:t>
            </a:r>
            <a:endParaRPr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7B9D516-FF62-4701-8EF9-B2CA1AF1C8AA}" type="slidenum">
              <a:rPr lang="en-US" altLang="zh-TW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1346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fidential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自訂 1">
      <a:majorFont>
        <a:latin typeface="Verdana"/>
        <a:ea typeface="微軟正黑體"/>
        <a:cs typeface=""/>
      </a:majorFont>
      <a:minorFont>
        <a:latin typeface="Verdana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hison_Presentation_Template_Wide Screen_201901.pptx" id="{CAC545D3-96AA-4F92-9378-E38261730850}" vid="{F335E3D6-B7B5-4D33-A9EF-BE1A11FA8B17}"/>
    </a:ext>
  </a:extLst>
</a:theme>
</file>

<file path=ppt/theme/theme2.xml><?xml version="1.0" encoding="utf-8"?>
<a:theme xmlns:a="http://schemas.openxmlformats.org/drawingml/2006/main" name="Internal Only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Verdana Se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hison_Presentation_Template_Wide Screen_201901.pptx" id="{CAC545D3-96AA-4F92-9378-E38261730850}" vid="{80C7FD92-17F9-4DEA-9945-2FCCE70207B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六組月報_2020-09_v1</Template>
  <TotalTime>424043</TotalTime>
  <Words>9</Words>
  <Application>Microsoft Office PowerPoint</Application>
  <PresentationFormat>寬螢幕</PresentationFormat>
  <Paragraphs>6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Arial</vt:lpstr>
      <vt:lpstr>Calibri</vt:lpstr>
      <vt:lpstr>Roboto</vt:lpstr>
      <vt:lpstr>Verdana</vt:lpstr>
      <vt:lpstr>Confidential</vt:lpstr>
      <vt:lpstr>Internal Only</vt:lpstr>
      <vt:lpstr>PowerPoint 簡報</vt:lpstr>
      <vt:lpstr>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RD5SYS2_D6</dc:title>
  <dc:creator>彭聖欽(frank_peng)</dc:creator>
  <cp:lastModifiedBy>張佳偉(cosmo_chang)</cp:lastModifiedBy>
  <cp:revision>2807</cp:revision>
  <dcterms:created xsi:type="dcterms:W3CDTF">2020-08-30T15:07:03Z</dcterms:created>
  <dcterms:modified xsi:type="dcterms:W3CDTF">2026-07-02T06:26:31Z</dcterms:modified>
</cp:coreProperties>
</file>